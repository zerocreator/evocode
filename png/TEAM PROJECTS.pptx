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8df71b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8df71b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8df71b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8df71b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b7fd84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b7fd84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1" Type="http://schemas.openxmlformats.org/officeDocument/2006/relationships/image" Target="../media/image2.png"/><Relationship Id="rId10" Type="http://schemas.openxmlformats.org/officeDocument/2006/relationships/image" Target="../media/image10.png"/><Relationship Id="rId12" Type="http://schemas.openxmlformats.org/officeDocument/2006/relationships/image" Target="../media/image12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korallmicro.ru" TargetMode="External"/><Relationship Id="rId4" Type="http://schemas.openxmlformats.org/officeDocument/2006/relationships/hyperlink" Target="http://giper.f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95400" y="347300"/>
            <a:ext cx="7773000" cy="4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2"/>
                </a:solidFill>
              </a:rPr>
              <a:t>О нас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Более 5 лет опыта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Более 10 крупных клиентов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Более 30 отдельных проектов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2 реестровых продукта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95400" y="2432350"/>
            <a:ext cx="4167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2"/>
                </a:solidFill>
              </a:rPr>
              <a:t>Наши направления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WEB разработка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DevOps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Все, что связано с ИИ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Системное администрирование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95400" y="347300"/>
            <a:ext cx="7773000" cy="4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2"/>
                </a:solidFill>
              </a:rPr>
              <a:t>Клиенты, кейсы которых мы лично разрабатывали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1251407"/>
            <a:ext cx="1619861" cy="161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2829" y="1381656"/>
            <a:ext cx="1277330" cy="1277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7835" y="1303266"/>
            <a:ext cx="1733251" cy="121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1085" y="1060275"/>
            <a:ext cx="1843846" cy="184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6219" y="3113407"/>
            <a:ext cx="867433" cy="86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47150" y="3113423"/>
            <a:ext cx="1502666" cy="789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20344" y="3011018"/>
            <a:ext cx="2042304" cy="1072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9001" y="3340625"/>
            <a:ext cx="1537676" cy="55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76001" y="1516772"/>
            <a:ext cx="1393599" cy="930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98969" y="2701970"/>
            <a:ext cx="1147656" cy="1147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537500" y="314225"/>
            <a:ext cx="76407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2"/>
                </a:solidFill>
              </a:rPr>
              <a:t>Собственные продукты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75" y="1635713"/>
            <a:ext cx="3173350" cy="5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975" y="2898049"/>
            <a:ext cx="2995200" cy="8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4676525" y="1371150"/>
            <a:ext cx="3830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2"/>
                </a:solidFill>
              </a:rPr>
              <a:t>YouParse</a:t>
            </a:r>
            <a:r>
              <a:rPr lang="ru" sz="1800">
                <a:solidFill>
                  <a:schemeClr val="dk2"/>
                </a:solidFill>
              </a:rPr>
              <a:t> - автоматизированный сбор информации в интернете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2"/>
                </a:solidFill>
              </a:rPr>
              <a:t>Isolarium</a:t>
            </a:r>
            <a:r>
              <a:rPr lang="ru" sz="1800">
                <a:solidFill>
                  <a:schemeClr val="dk2"/>
                </a:solidFill>
              </a:rPr>
              <a:t> - платформа для запуска приложений в изолированных средах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537500" y="314225"/>
            <a:ext cx="76407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2"/>
                </a:solidFill>
              </a:rPr>
              <a:t>Реальные кейсы внешних клиентов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35725" y="1012975"/>
            <a:ext cx="82410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Внутренний service desk для Lanta Service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Поддержка интернет магазина </a:t>
            </a:r>
            <a:r>
              <a:rPr lang="ru" sz="1800" u="sng">
                <a:solidFill>
                  <a:schemeClr val="hlink"/>
                </a:solidFill>
                <a:hlinkClick r:id="rId3"/>
              </a:rPr>
              <a:t>korallmicro.ru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Мониторинг 1 000 000+ цен конкурентов для ГК КМ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Мониторинг динамики цен на маркетплейсах для </a:t>
            </a:r>
            <a:r>
              <a:rPr lang="ru" sz="1800" u="sng">
                <a:solidFill>
                  <a:schemeClr val="hlink"/>
                </a:solidFill>
                <a:hlinkClick r:id="rId4"/>
              </a:rPr>
              <a:t>giper.fm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Алгоритмы оптимизации производственных линий для Антантис-Пака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ИИ-анализ телефонных звонков в ТИМ-73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Генерация описаний карточек товаров в ГК КМ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Миграция на новый </a:t>
            </a:r>
            <a:r>
              <a:rPr lang="ru" sz="1800">
                <a:solidFill>
                  <a:schemeClr val="dk2"/>
                </a:solidFill>
              </a:rPr>
              <a:t>helpdesk</a:t>
            </a:r>
            <a:r>
              <a:rPr lang="ru" sz="1800">
                <a:solidFill>
                  <a:schemeClr val="dk2"/>
                </a:solidFill>
              </a:rPr>
              <a:t> для авиакомпании Азимут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Сопровождение инфраструктуры ТИМ-73 (почта, виртуальные машины, внутренние платформы)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